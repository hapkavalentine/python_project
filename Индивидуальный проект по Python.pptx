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2336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96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666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23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55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0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93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05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7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5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81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18754FC-8743-4999-990F-63889892646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639891D-1E0D-4A4D-B471-1D574240C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34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0DE4A-C3BA-D22E-1BDA-CF5320924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296581"/>
          </a:xfrm>
        </p:spPr>
        <p:txBody>
          <a:bodyPr/>
          <a:lstStyle/>
          <a:p>
            <a:r>
              <a:rPr lang="ru-RU" dirty="0"/>
              <a:t>Индивидуальный проект по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9B42DA-52A2-86BC-7963-154E8AEA8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808" y="6013027"/>
            <a:ext cx="4330192" cy="84497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Работу выполнил студент 1 курса ИКНТ ИТ-10 </a:t>
            </a:r>
          </a:p>
          <a:p>
            <a:r>
              <a:rPr lang="ru-RU" dirty="0" err="1"/>
              <a:t>Еловиков</a:t>
            </a:r>
            <a:r>
              <a:rPr lang="ru-RU" dirty="0"/>
              <a:t> Виктор</a:t>
            </a:r>
          </a:p>
        </p:txBody>
      </p:sp>
    </p:spTree>
    <p:extLst>
      <p:ext uri="{BB962C8B-B14F-4D97-AF65-F5344CB8AC3E}">
        <p14:creationId xmlns:p14="http://schemas.microsoft.com/office/powerpoint/2010/main" val="3882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0F2C3-F72A-25C0-FD82-C8332686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C6825C-755A-28F0-2FF5-DFE21611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1322"/>
            <a:ext cx="8263467" cy="4351337"/>
          </a:xfrm>
        </p:spPr>
        <p:txBody>
          <a:bodyPr>
            <a:normAutofit fontScale="55000" lnSpcReduction="20000"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файл записей, в котором хранится информация о соискателях в кадровом агентстве: фамилия, имя, отчество, пол, дата рождения (год, месяц, число), специальность, стаж работы по специальности, знание иностранных языков, ожидаемый оклад. Разработать и реализовать программу "Кадровое агентство", которая считывает исходную информацию и позволяет на основе неё создавать следующие отчёты: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Полный список всех соискателей, который будет отсортирован по следующему ключу: специальность (по возрастанию) + фамилия (по возрастанию). Список всех соискателей заданной специальности, отсортированный по следующему ключу: стаж работы (по убыванию) + пол (по убыванию) + фамилия (по возрастанию). Список всех соискателей, претендующих на оклад в диапазоне от N1 до N2 рублей, отсортированный по следующему ключу: ожидаемый оклад (по убыванию) + фамилия (по возрастанию). Создать базу соискателей, включающую не менее 25 записей и на основе неё сформировать все указанные списки. База должна содержать такие записи, чтобы во всех списках явно прослеживался заданный вид сортировки по всем ключам. Для сортировки записей использовать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шейкерную</a:t>
            </a:r>
            <a:r>
              <a:rPr lang="ru-RU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сортировку.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642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EFDCA-AE44-C5D0-ACB7-99A9AEB4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2640" cy="948267"/>
          </a:xfrm>
        </p:spPr>
        <p:txBody>
          <a:bodyPr/>
          <a:lstStyle/>
          <a:p>
            <a:r>
              <a:rPr lang="ru-RU" dirty="0"/>
              <a:t>Описание алгоритма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AEA80A-2F88-6CD5-C29A-9BEB9E6AC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8267"/>
            <a:ext cx="4648200" cy="2480733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Выбор структур данных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Основной алгоритм работы программы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Алгоритм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шейкерной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сортировки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Алгоритмы формирования отчетов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Обоснование выбора структур данных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0F9431-715D-0735-DB8B-E41F2B73E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2478"/>
            <a:ext cx="10266680" cy="376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51BA8-91DF-3651-BFB8-6C3A885A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10270067" cy="1625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работы:</a:t>
            </a:r>
            <a:br>
              <a:rPr lang="ru-RU" dirty="0"/>
            </a:br>
            <a:r>
              <a:rPr lang="ru-RU" dirty="0"/>
              <a:t>1 отчёт(специальность (по возрастанию) + фамилия (по возрастанию)):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CC081-B420-EA96-F283-AF3217F149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12" b="14715"/>
          <a:stretch/>
        </p:blipFill>
        <p:spPr>
          <a:xfrm>
            <a:off x="0" y="2586414"/>
            <a:ext cx="4478867" cy="42688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B13B15-A4F0-1744-F6A0-5E0D1D2F5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259" y="1852527"/>
            <a:ext cx="3983808" cy="500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8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C96D6-EB38-C09C-9324-246ABA9A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401"/>
            <a:ext cx="9692640" cy="176953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2 отчёта (Соискатели по специальности (стаж + пол + фамилия)):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91D423-A7BB-50AC-2450-82E08C140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18" y="2548467"/>
            <a:ext cx="4096322" cy="3327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E0D93A-CD3C-1A08-F608-5E159128E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8467"/>
            <a:ext cx="4658375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9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B1876-683F-BB5F-ACCF-E9A5F5FF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4227"/>
            <a:ext cx="9692640" cy="132556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3 отчёта (Соискатели по диапазону оклада (оклад + фамилия)):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6BB684-B1B4-6B8E-BC28-B4C8F417A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978" y="2419209"/>
            <a:ext cx="2838846" cy="19624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F517BC-9114-9358-4F7A-4B0BFB094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99" y="2419209"/>
            <a:ext cx="2896004" cy="19624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8A9367-2749-F1A4-5049-648672AF2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209"/>
            <a:ext cx="295316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26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0CF53-8908-39CF-0958-B3C35E09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281094"/>
            <a:ext cx="9692640" cy="1325562"/>
          </a:xfrm>
        </p:spPr>
        <p:txBody>
          <a:bodyPr/>
          <a:lstStyle/>
          <a:p>
            <a:r>
              <a:rPr lang="ru-RU" dirty="0"/>
              <a:t>Пример удаления и добавления соискателя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41CE65-C02D-9492-3FC1-596DADAEB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7161"/>
            <a:ext cx="4829849" cy="25435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A8E3CE-462C-6506-CC0D-EE0F39B70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644" y="4410691"/>
            <a:ext cx="5408406" cy="209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8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996EF-44A9-FDD9-824A-F4543E31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293"/>
            <a:ext cx="9692640" cy="912388"/>
          </a:xfrm>
        </p:spPr>
        <p:txBody>
          <a:bodyPr/>
          <a:lstStyle/>
          <a:p>
            <a:r>
              <a:rPr lang="ru-RU" dirty="0"/>
              <a:t>Результат тестирования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11FA8E-7B08-B01A-2F55-E8AD760CB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1" y="1647605"/>
            <a:ext cx="6536266" cy="49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68001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63</TotalTime>
  <Words>292</Words>
  <Application>Microsoft Office PowerPoint</Application>
  <PresentationFormat>Широкоэкранный</PresentationFormat>
  <Paragraphs>17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Century Schoolbook</vt:lpstr>
      <vt:lpstr>Times New Roman</vt:lpstr>
      <vt:lpstr>Wingdings 2</vt:lpstr>
      <vt:lpstr>Вид</vt:lpstr>
      <vt:lpstr>Индивидуальный проект по Python</vt:lpstr>
      <vt:lpstr>Постановка задачи</vt:lpstr>
      <vt:lpstr>Описание алгоритма решения</vt:lpstr>
      <vt:lpstr>Пример работы: 1 отчёт(специальность (по возрастанию) + фамилия (по возрастанию)):</vt:lpstr>
      <vt:lpstr>Пример 2 отчёта (Соискатели по специальности (стаж + пол + фамилия)):</vt:lpstr>
      <vt:lpstr>Пример 3 отчёта (Соискатели по диапазону оклада (оклад + фамилия)):</vt:lpstr>
      <vt:lpstr>Пример удаления и добавления соискателя</vt:lpstr>
      <vt:lpstr>Результат тестирования программы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по Python</dc:title>
  <dc:creator>Viktor Gedzbi</dc:creator>
  <cp:lastModifiedBy>Viktor Gedzbi</cp:lastModifiedBy>
  <cp:revision>1</cp:revision>
  <dcterms:created xsi:type="dcterms:W3CDTF">2026-01-11T14:16:00Z</dcterms:created>
  <dcterms:modified xsi:type="dcterms:W3CDTF">2026-01-11T15:19:47Z</dcterms:modified>
</cp:coreProperties>
</file>